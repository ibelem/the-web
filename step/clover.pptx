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342" r:id="rId2"/>
    <p:sldId id="346" r:id="rId3"/>
  </p:sldIdLst>
  <p:sldSz cx="9144000" cy="5143500" type="screen16x9"/>
  <p:notesSz cx="6858000" cy="9144000"/>
  <p:embeddedFontLst>
    <p:embeddedFont>
      <p:font typeface="微软雅黑" panose="020B0503020204020204" pitchFamily="34" charset="-122"/>
      <p:regular r:id="rId5"/>
      <p:bold r:id="rId6"/>
    </p:embeddedFon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Garamond" panose="02020404030301010803" pitchFamily="18" charset="0"/>
      <p:regular r:id="rId11"/>
      <p:bold r:id="rId12"/>
      <p:italic r:id="rId13"/>
    </p:embeddedFont>
    <p:embeddedFont>
      <p:font typeface="Helvetica" panose="020B0604020202020204" pitchFamily="34" charset="0"/>
      <p:regular r:id="rId14"/>
      <p:bold r:id="rId15"/>
      <p:italic r:id="rId16"/>
      <p:boldItalic r:id="rId17"/>
    </p:embeddedFont>
  </p:embeddedFont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微软雅黑" pitchFamily="34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31F"/>
    <a:srgbClr val="1F1813"/>
    <a:srgbClr val="452103"/>
    <a:srgbClr val="67402B"/>
    <a:srgbClr val="FFFF99"/>
    <a:srgbClr val="7F5034"/>
    <a:srgbClr val="623A24"/>
    <a:srgbClr val="170D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3764" autoAdjust="0"/>
    <p:restoredTop sz="94660" autoAdjust="0"/>
  </p:normalViewPr>
  <p:slideViewPr>
    <p:cSldViewPr snapToGrid="0">
      <p:cViewPr>
        <p:scale>
          <a:sx n="66" d="100"/>
          <a:sy n="66" d="100"/>
        </p:scale>
        <p:origin x="-2022" y="-105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font" Target="fonts/font9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3.fntdata"/><Relationship Id="rId12" Type="http://schemas.openxmlformats.org/officeDocument/2006/relationships/font" Target="fonts/font8.fntdata"/><Relationship Id="rId17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font" Target="fonts/font1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font" Target="fonts/font7.fntdata"/><Relationship Id="rId5" Type="http://schemas.openxmlformats.org/officeDocument/2006/relationships/font" Target="fonts/font1.fntdata"/><Relationship Id="rId15" Type="http://schemas.openxmlformats.org/officeDocument/2006/relationships/font" Target="fonts/font11.fntdata"/><Relationship Id="rId10" Type="http://schemas.openxmlformats.org/officeDocument/2006/relationships/font" Target="fonts/font6.fntdata"/><Relationship Id="rId19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2D0696D3-609B-4D15-9CDE-C6DDDE72217A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D8AF8AD-E0C6-4FC9-8899-F8EF481E88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40242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070051-CBD5-4030-A690-2C7343F256D9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134F4D-5E15-45B1-BBBC-A53904236A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303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91A22F-1C17-412C-BDDD-1EE30E3E4810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052851-F475-426F-ACB3-7512ABFB8E6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3629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D264E-5627-4379-9D28-9EDF0FFD44E0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00C18-D7E2-49F3-897F-130AF35DD4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9613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738DAA-4735-47EF-A893-188A40970A7E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7543F-29B2-4699-B403-7E76082FE7F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66938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02C78D-FE52-4E0B-BE5A-121174E800E9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E3F776-C9D4-4A50-BE8A-10C09BD7B2E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470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3E784D-56E8-4C9D-BF0F-B819B4F6F443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66723A-541E-4EEF-9FDE-4A717EAF91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389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70E117-BCD0-4585-8C2C-CF9466517F97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8A706-AC91-40F7-8CC9-CAA07936F6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487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B5B9BF-7E17-4320-B828-33ADB63318FC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1666F1-0CEF-421F-89CD-BF5770C2DAA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71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BD2BA-FB15-40F8-8C75-D3ADD07105A7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54D1CB-4AAF-42D6-927B-3FB975F558E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6299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19DAC6-2B0F-4351-9B38-8A6149722B9C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77516A-E830-4840-AF8D-32962B063E8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1054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A7CB60-648B-44C1-986C-BEA9DC253751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6F6114-BA65-4CC5-837D-48E4CEA9A5C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4484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637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0"/>
            <a:ext cx="8229600" cy="339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3DCC6180-4B39-426A-8AB8-AC16D416967B}" type="datetimeFigureOut">
              <a:rPr lang="zh-CN" altLang="en-US"/>
              <a:pPr>
                <a:defRPr/>
              </a:pPr>
              <a:t>2014/8/11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1B2EA087-139C-4FCE-A5E7-FE8DE5B5C66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0" name="Text Box 12"/>
          <p:cNvSpPr txBox="1">
            <a:spLocks noChangeArrowheads="1"/>
          </p:cNvSpPr>
          <p:nvPr/>
        </p:nvSpPr>
        <p:spPr bwMode="auto">
          <a:xfrm>
            <a:off x="1489075" y="1981200"/>
            <a:ext cx="42894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400">
                <a:solidFill>
                  <a:srgbClr val="FFC000"/>
                </a:solidFill>
                <a:latin typeface="Garamond" pitchFamily="18" charset="0"/>
              </a:rPr>
              <a:t>Articles of faith</a:t>
            </a:r>
          </a:p>
        </p:txBody>
      </p:sp>
      <p:sp>
        <p:nvSpPr>
          <p:cNvPr id="2061" name="Text Box 13"/>
          <p:cNvSpPr txBox="1">
            <a:spLocks noChangeArrowheads="1"/>
          </p:cNvSpPr>
          <p:nvPr/>
        </p:nvSpPr>
        <p:spPr bwMode="auto">
          <a:xfrm>
            <a:off x="1474788" y="2949575"/>
            <a:ext cx="2209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Font typeface="Arial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Font typeface="Arial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Font typeface="Arial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US" altLang="zh-CN" sz="1200" i="1">
                <a:solidFill>
                  <a:schemeClr val="bg2"/>
                </a:solidFill>
                <a:latin typeface="Helvetica" pitchFamily="34" charset="0"/>
              </a:rPr>
              <a:t>Minz</a:t>
            </a:r>
          </a:p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US" altLang="zh-CN" sz="1200" i="1">
                <a:solidFill>
                  <a:schemeClr val="bg2"/>
                </a:solidFill>
                <a:latin typeface="Helvetica" pitchFamily="34" charset="0"/>
              </a:rPr>
              <a:t>3 September, 2010</a:t>
            </a:r>
          </a:p>
        </p:txBody>
      </p:sp>
      <p:sp>
        <p:nvSpPr>
          <p:cNvPr id="2062" name="Text Box 14"/>
          <p:cNvSpPr txBox="1">
            <a:spLocks noChangeArrowheads="1"/>
          </p:cNvSpPr>
          <p:nvPr/>
        </p:nvSpPr>
        <p:spPr bwMode="auto">
          <a:xfrm>
            <a:off x="1493838" y="2365375"/>
            <a:ext cx="458152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400" i="1" dirty="0">
                <a:solidFill>
                  <a:schemeClr val="bg1">
                    <a:lumMod val="95000"/>
                  </a:schemeClr>
                </a:solidFill>
                <a:latin typeface="Helvetica" pitchFamily="34" charset="0"/>
                <a:ea typeface="宋体" pitchFamily="2" charset="-122"/>
              </a:rPr>
              <a:t>memories, nowadays and …</a:t>
            </a:r>
            <a:endParaRPr lang="zh-CN" altLang="en-US" sz="1400" i="1" dirty="0">
              <a:solidFill>
                <a:schemeClr val="bg1">
                  <a:lumMod val="95000"/>
                </a:schemeClr>
              </a:solidFill>
              <a:latin typeface="Helvetica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 advClick="0" advTm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2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6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1" presetID="3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4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4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decel="100000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" decel="100000"/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4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0" presetID="2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.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2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20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0" grpId="0"/>
      <p:bldP spid="2060" grpId="1"/>
      <p:bldP spid="2061" grpId="0"/>
      <p:bldP spid="2061" grpId="1"/>
      <p:bldP spid="2062" grpId="0"/>
      <p:bldP spid="2062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/>
          </a:p>
        </p:txBody>
      </p:sp>
      <p:sp>
        <p:nvSpPr>
          <p:cNvPr id="3075" name="Rectangle 7"/>
          <p:cNvSpPr>
            <a:spLocks noGrp="1"/>
          </p:cNvSpPr>
          <p:nvPr>
            <p:ph idx="1"/>
          </p:nvPr>
        </p:nvSpPr>
        <p:spPr>
          <a:xfrm>
            <a:off x="419100" y="723900"/>
            <a:ext cx="8229600" cy="3394075"/>
          </a:xfrm>
        </p:spPr>
        <p:txBody>
          <a:bodyPr/>
          <a:lstStyle/>
          <a:p>
            <a:endParaRPr lang="zh-CN" altLang="en-US" smtClean="0"/>
          </a:p>
        </p:txBody>
      </p:sp>
      <p:pic>
        <p:nvPicPr>
          <p:cNvPr id="50185" name="Picture 9" descr="image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09575" y="3248025"/>
            <a:ext cx="98298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89" name="Picture 13" descr="image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1000" y="-585788"/>
            <a:ext cx="9515475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90" name="Picture 14" descr="circl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388" y="3006725"/>
            <a:ext cx="790575" cy="7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0191" name="Picture 15" descr="circle_t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8388" y="3348038"/>
            <a:ext cx="269875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92" name="Text Box 16"/>
          <p:cNvSpPr txBox="1">
            <a:spLocks noChangeArrowheads="1"/>
          </p:cNvSpPr>
          <p:nvPr/>
        </p:nvSpPr>
        <p:spPr bwMode="auto">
          <a:xfrm>
            <a:off x="914400" y="1304925"/>
            <a:ext cx="7219950" cy="738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zh-CN" altLang="en-US" sz="1400">
                <a:effectLst>
                  <a:outerShdw blurRad="38100" dist="38100" dir="2700000" algn="tl">
                    <a:srgbClr val="C0C0C0"/>
                  </a:outerShdw>
                </a:effectLst>
              </a:rPr>
              <a:t>在我还是很小的时候，无论去哪，都会骑着那辆蓝色的自行车，有时会突然想到，</a:t>
            </a:r>
            <a:r>
              <a:rPr lang="zh-CN" altLang="en-US" sz="1400">
                <a:solidFill>
                  <a:srgbClr val="0099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如果这样一直不回头，我会到达哪里呢</a:t>
            </a:r>
            <a:r>
              <a:rPr lang="zh-CN" altLang="en-US" sz="1400">
                <a:effectLst>
                  <a:outerShdw blurRad="38100" dist="38100" dir="2700000" algn="tl">
                    <a:srgbClr val="C0C0C0"/>
                  </a:outerShdw>
                </a:effectLst>
              </a:rPr>
              <a:t>，那个时候，我想尝试的又是什么？ </a:t>
            </a:r>
            <a:br>
              <a:rPr lang="zh-CN" altLang="en-US" sz="140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endParaRPr lang="zh-CN" altLang="en-US" sz="140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50193" name="Text Box 17"/>
          <p:cNvSpPr txBox="1">
            <a:spLocks noChangeArrowheads="1"/>
          </p:cNvSpPr>
          <p:nvPr/>
        </p:nvSpPr>
        <p:spPr bwMode="auto">
          <a:xfrm>
            <a:off x="911225" y="2025650"/>
            <a:ext cx="72199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zh-CN" sz="14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Minz</a:t>
            </a:r>
            <a:r>
              <a:rPr lang="en-US" altLang="zh-CN" sz="1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r>
              <a:rPr lang="zh-CN" altLang="en-US" sz="1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说</a:t>
            </a:r>
            <a:r>
              <a:rPr lang="en-US" altLang="zh-CN" sz="1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: </a:t>
            </a:r>
            <a:r>
              <a:rPr lang="en-US" altLang="zh-CN" sz="1400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Happy Birthday</a:t>
            </a:r>
            <a:r>
              <a:rPr lang="en-US" altLang="zh-CN" sz="1400" dirty="0">
                <a:effectLst>
                  <a:outerShdw blurRad="38100" dist="38100" dir="2700000" algn="tl">
                    <a:srgbClr val="C0C0C0"/>
                  </a:outerShdw>
                </a:effectLst>
                <a:latin typeface="微软雅黑"/>
              </a:rPr>
              <a:t>.</a:t>
            </a:r>
            <a:endParaRPr lang="en-US" altLang="zh-CN" sz="1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50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6" presetID="63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2.83951E-6 L 0.02413 -0.00031 " pathEditMode="fixed" rAng="0" ptsTypes="AA">
                                      <p:cBhvr>
                                        <p:cTn id="17" dur="5000" fill="hold"/>
                                        <p:tgtEl>
                                          <p:spTgt spid="5018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98" y="-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0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0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501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501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8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3" dur="500" fill="hold"/>
                                        <p:tgtEl>
                                          <p:spTgt spid="5019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92" grpId="0"/>
      <p:bldP spid="50193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2990</TotalTime>
  <Words>88</Words>
  <Application>Microsoft Office PowerPoint</Application>
  <PresentationFormat>On-screen Show (16:9)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微软雅黑</vt:lpstr>
      <vt:lpstr>Calibri</vt:lpstr>
      <vt:lpstr>宋体</vt:lpstr>
      <vt:lpstr>Garamond</vt:lpstr>
      <vt:lpstr>Helvetica</vt:lpstr>
      <vt:lpstr>Office 主题</vt:lpstr>
      <vt:lpstr>PowerPoint Presentation</vt:lpstr>
      <vt:lpstr>PowerPoint Presentation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Zhang, Belem</cp:lastModifiedBy>
  <cp:revision>158</cp:revision>
  <dcterms:created xsi:type="dcterms:W3CDTF">2009-06-08T03:02:10Z</dcterms:created>
  <dcterms:modified xsi:type="dcterms:W3CDTF">2014-08-11T08:06:03Z</dcterms:modified>
</cp:coreProperties>
</file>